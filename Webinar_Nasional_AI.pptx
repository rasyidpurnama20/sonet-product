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65760" cy="66385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0" y="1188720"/>
            <a:ext cx="2834640" cy="4480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38404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WEBINAR NASIONAL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POTENSI AI UNTUK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B4D8"/>
                </a:solidFill>
              </a:rPr>
              <a:t>MASA DEPAN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F0F8"/>
                </a:solidFill>
              </a:rPr>
              <a:t>SEBAGAI ANCAMAN ATAU PELUANG
DI ERA DIGITAL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685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1E4A72"/>
                </a:solidFill>
              </a:rPr>
              <a:t>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AF0F8"/>
                </a:solidFill>
              </a:rPr>
              <a:t>Inovasi  •  Adaptasi  •  Kolaborasi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LATAR BELAKANG PEMILIHAN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 (Artificial Intelligence) telah menjadi bagian penting dalam perkembangan era digital dan mulai memengaruhi berbagai kebutuhan serta pekerjaan manusia. Banyak aktivitas dapat dibantu, dipercepat, bahkan sebagian mulai digantikan oleh teknologi AI — memberikan perubahan besar di berbagai aspek kehidupan masyarakat.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394960" cy="3566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539496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791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✅  PELUANG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Mempermudah &amp; mempercepat pekerjaan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Meningkatkan efisiensi di berbagai bidang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Mendukung inovasi &amp; kreativitas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Membuka lapangan kerja baru di era digital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651760"/>
            <a:ext cx="5394960" cy="3566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651760"/>
            <a:ext cx="539496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791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⚠️  TANTANGAN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20040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Perubahan pola &amp; struktur pekerjaan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Ketergantungan berlebih pada teknologi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Dampak sosial dan ekonomi masyarakat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Kebutuhan literasi &amp; kompetensi digital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D166"/>
                </a:solidFill>
              </a:rPr>
              <a:t>Diperlukan pemahaman kritis &amp; menyeluruh agar masyarakat mampu beradaptasi &amp; memanfaatkan AI secara bijak.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TOPIK WEBINAR NASIONAL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F0F8"/>
                </a:solidFill>
              </a:rPr>
              <a:t>Dua topik utama yang akan dibahas secara mendalam: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3035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56231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TOPIK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AI dalam Dunia
PENDIDIKAN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AF0F8"/>
                </a:solidFill>
              </a:rPr>
              <a:t>Peran AI · Peluang · Tantangan · Kesiapan SDM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51206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4 Sub-Topik Pembahasan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828800"/>
            <a:ext cx="5303520" cy="43891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828800"/>
            <a:ext cx="5303520" cy="54864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856231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TOPIK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468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AI dalam Dunia
KARIR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474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AF0F8"/>
                </a:solidFill>
              </a:rPr>
              <a:t>Perubahan Profesi · Peluang Baru · Adaptasi · Kompetensi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8232" y="4114800"/>
            <a:ext cx="5120640" cy="4572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251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4 Sub-Topik Pembahasan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9184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D166"/>
                </a:solidFill>
              </a:rPr>
              <a:t>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457200"/>
            <a:ext cx="5486400" cy="5943600"/>
          </a:xfrm>
          <a:prstGeom prst="rect">
            <a:avLst/>
          </a:prstGeom>
          <a:solidFill>
            <a:srgbClr val="08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228600" cy="6309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TOPIK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AI dalam Dunia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B4D8"/>
                </a:solidFill>
              </a:rPr>
              <a:t>PENDIDIKAN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94760"/>
            <a:ext cx="6858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F0F8"/>
                </a:solidFill>
              </a:rPr>
              <a:t>Memahami dampak, peluang, dan tantangan AI
dalam sistem pendidikan nasional.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00B4D8"/>
                </a:solidFill>
              </a:rPr>
              <a:t>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AI dalam Dunia Pendidikan  |  Sub-Topik 1 &amp;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00" cy="2331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  |  Peran AI dalam Sistem &amp; Metode Pembelajaran Era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AI sebagai asisten pengajar: chatbot, tutor virtual, dan sistem rekomendasi belajar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Personalisasi pembelajaran berbasis data (adaptive learning)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Otomatisasi penilaian dan umpan balik real-time kepada siswa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Integrasi AI dalam LMS (Learning Management System) modern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10972800" cy="2514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0972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2  |  Peluang AI untuk Meningkatkan Kualitas, Akses, &amp; Efisiensi Pendidikan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Pemerataan akses pendidikan ke daerah terpencil melalui platform AI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Peningkatan kualitas konten pembelajaran interaktif berbasis AI generatif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Efisiensi administrasi pendidikan: absensi, penjadwalan, dan evaluasi otomatis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Dukungan bagi siswa berkebutuhan khusus melalui teknologi asistif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AI dalam Dunia Pendidikan  |  Sub-Topik 3 &amp;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00" cy="2423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  |  Tantangan AI terhadap Kemampuan Berpikir Kritis &amp; Etika Akademik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Risiko penurunan kemampuan berpikir mandiri akibat ketergantungan pada AI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Maraknya plagiarisme dan kecurangan akademik dengan bantuan AI generatif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Tantangan memastikan integritas dan validitas penilaian akademik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Perlunya regulasi &amp; kebijakan etika penggunaan AI di lingkungan pendidikan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10972800" cy="2468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109728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4  |  Kesiapan Pelajar, Mahasiswa, &amp; Tenaga Pendidik Menghadapi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Literasi AI: kemampuan memahami dan menggunakan AI secara produktif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Pelatihan &amp; reskilling tenaga pendidik dalam mengintegrasikan AI di kelas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Kurikulum adaptif yang menyertakan kompetensi digital dan AI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Membangun pola pikir kritis, kreatif, dan kolaboratif di era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457200"/>
            <a:ext cx="5029200" cy="5943600"/>
          </a:xfrm>
          <a:prstGeom prst="rect">
            <a:avLst/>
          </a:prstGeom>
          <a:solidFill>
            <a:srgbClr val="150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228600" cy="630936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DE5"/>
                </a:solidFill>
              </a:rPr>
              <a:t>TOPIK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AI dalam Dunia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9B5DE5"/>
                </a:solidFill>
              </a:rPr>
              <a:t>KARIR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94760"/>
            <a:ext cx="6858000" cy="54864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F0F8"/>
                </a:solidFill>
              </a:rPr>
              <a:t>Menggali pengaruh AI terhadap dunia kerja, profesi
masa depan, dan strategi pengembangan kompetensi SDM.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9B5DE5"/>
                </a:solidFill>
              </a:rPr>
              <a:t>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DE5"/>
                </a:solidFill>
              </a:rPr>
              <a:t>AI dalam Dunia Karir  |  Sub-Topik 1 &amp;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00" cy="2377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solidFill>
            <a:srgbClr val="6A0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  |  Pengaruh AI terhadap Perubahan Profesi &amp; Kebutuhan Karir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789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Otomatisasi pekerjaan repetitif: administrasi, manufaktur, dan layanan pelanggan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Profesi yang terancam tergantikan: data entry, kasir, operator, dan lainnya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Perubahan peran manusia: dari eksekutor menjadi supervisor dan kreator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Tren pasar kerja global yang mensyaratkan literasi digital dan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10972800" cy="2514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0972800" cy="50292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  |  Peluang Munculnya Pekerjaan &amp; Keterampilan Baru di Era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Profesi baru: AI Engineer, Data Scientist, Prompt Engineer, AI Ethics Officer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Peluang di bidang konten kreatif, digital marketing, dan UX berbasis AI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Keterampilan hybrid: kombinasi keahlian teknis dan kemampuan interpersonal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Ekosistem startup dan wirausaha digital yang berkembang pesat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8600"/>
            <a:ext cx="1133856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DE5"/>
                </a:solidFill>
              </a:rPr>
              <a:t>AI dalam Dunia Karir  |  Sub-Topik 3 &amp;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00" cy="2423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0972800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3  |  Tuntutan Peningkatan Adaptasi &amp; Skill Kerja terhadap Teknologi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Kemampuan belajar berkelanjutan (continuous learning) sebagai kompetensi utama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Upskilling: penguatan keahlian yang sudah ada dengan sentuhan teknologi AI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Reskilling: mempelajari bidang baru sesuai kebutuhan industri masa depan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Kolaborasi manusia-AI: kemampuan bekerja berdampingan dengan sistem cerdas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10972800" cy="2468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10972800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4  |  Strategi Meningkatkan Kompetensi SDM agar Tetap Relevan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</a:rPr>
              <a:t>  •  Investasi pada pendidikan vokasi &amp; pelatihan berbasis kebutuhan industri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Platform online learning: Coursera, Udemy, Google, Microsoft AI certifications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Pengembangan soft skills: komunikasi, kreativitas, empati, dan kepemimpinan</a:t>
            </a:r>
          </a:p>
          <a:p>
            <a:pPr algn="l"/>
            <a:r>
              <a:rPr sz="1300">
                <a:solidFill>
                  <a:srgbClr val="FFFFFF"/>
                </a:solidFill>
              </a:rPr>
              <a:t>  •  Peran pemerintah &amp; swasta dalam ekosistem upskilling nasional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320040" cy="66385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68912" y="109728"/>
            <a:ext cx="320040" cy="663854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28600"/>
            <a:ext cx="1115568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KESIMPULAN &amp; PENUTUP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B4D8"/>
                </a:solidFill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Pahami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Tingkatkan literasi
digital agar tidak
tinggal di belakang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566160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371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B4D8"/>
                </a:solidFill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Manfaatkan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Gunakan AI sebagai
alat bantu yang
memperkuat kapabilitas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188720"/>
            <a:ext cx="3566160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71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B4D8"/>
                </a:solidFill>
              </a:rPr>
              <a:t>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Kolaborasi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Manusia + AI adalah
kombinasi terbaik
untuk masa depan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92040"/>
            <a:ext cx="11155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AF0F8"/>
                </a:solidFill>
              </a:rPr>
              <a:t>"AI bukan pengganti manusia — AI adalah alat untuk memperkuat potensi manusia.
Kuncinya adalah adaptasi, kreativitas, dan kemauan terus belajar."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Terima Kasih  |  #WebinarNasionalAI2025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