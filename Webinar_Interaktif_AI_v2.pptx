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4008" cy="68580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0" y="182880"/>
            <a:ext cx="4325112" cy="475488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82880"/>
            <a:ext cx="4325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⚡  WEBINAR NASIONAL  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914400"/>
            <a:ext cx="10177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BATTLE OF MINDS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101772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D166"/>
                </a:solidFill>
              </a:rPr>
              <a:t>AI: ANCAMAN atau PELUANG?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017520"/>
            <a:ext cx="1399032" cy="621792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017520"/>
            <a:ext cx="13990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166"/>
                </a:solidFill>
              </a:rPr>
              <a:t>VS</a:t>
            </a:r>
          </a:p>
        </p:txBody>
      </p:sp>
      <p:pic>
        <p:nvPicPr>
          <p:cNvPr id="13" name="Picture 12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201168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4320" y="2743200"/>
            <a:ext cx="2011680" cy="502920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7797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3946"/>
                </a:solidFill>
              </a:rPr>
              <a:t>YUVAL NOAH HARARI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263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</a:rPr>
              <a:t>Sejarawan · Penulis Sapiens</a:t>
            </a:r>
          </a:p>
          <a:p>
            <a:pPr algn="ctr"/>
            <a:r>
              <a:rPr sz="900" b="0" i="1">
                <a:solidFill>
                  <a:srgbClr val="AAAAAA"/>
                </a:solidFill>
              </a:rPr>
              <a:t>Perspektif Kritis &amp; Historis</a:t>
            </a:r>
          </a:p>
        </p:txBody>
      </p:sp>
      <p:pic>
        <p:nvPicPr>
          <p:cNvPr id="17" name="Picture 16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2743200"/>
            <a:ext cx="2011680" cy="34747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902952" y="2743200"/>
            <a:ext cx="2011680" cy="502920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2952" y="27797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ANDREW 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6263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</a:rPr>
              <a:t>Pendiri DeepLearning.AI</a:t>
            </a:r>
          </a:p>
          <a:p>
            <a:pPr algn="ctr"/>
            <a:r>
              <a:rPr sz="900" b="0" i="1">
                <a:solidFill>
                  <a:srgbClr val="AAAAAA"/>
                </a:solidFill>
              </a:rPr>
              <a:t>Perspektif Optimis &amp; Pragmatis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926080"/>
            <a:ext cx="2834640" cy="3200400"/>
          </a:xfrm>
          <a:prstGeom prst="rect">
            <a:avLst/>
          </a:prstGeom>
          <a:solidFill>
            <a:srgbClr val="18040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306324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🔴  SISI KRITIS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"AI bukan sekadar alat.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IA bisa memanipulasi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dan mengontrol narasi."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1152" y="2926080"/>
            <a:ext cx="2834640" cy="3200400"/>
          </a:xfrm>
          <a:prstGeom prst="rect">
            <a:avLst/>
          </a:prstGeom>
          <a:solidFill>
            <a:srgbClr val="03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306324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🔵  SISI OPTIMIS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"AI adalah listrik baru.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Siapa yang belajar AI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akan memimpin dunia."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Topik 1: AI dalam Dunia Pendidikan   |   Topik 2: AI dalam Dunia Kerja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166"/>
                </a:solidFill>
              </a:rPr>
              <a:t>📋  AGENDA WEBINAR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7008" y="914400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9692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🔥  OPENING — Pertanyaan Pemantik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30759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Apakah AI ancaman atau peluang bagimu?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1847088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19019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 PERSPEKTIF HARARI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2402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AI dalam Pendidikan &amp; Karir — Sisi Kritis + Foto Tokoh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79776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9776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" y="2779776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28346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🔵  PERSPEKTIF ANDREW 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17296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AI dalam Pendidikan &amp; Karir — Sisi Optimis + Foto Tokoh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2464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12464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7008" y="3712464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5024" y="376732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GRAFIK &amp; DATA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105656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WEF 2025 · McKinsey · Statistik Pendidikan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45152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7008" y="4645152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35024" y="47000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DUEL PERSPEKTIF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503834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Radar chart + face-to-face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6217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77840"/>
            <a:ext cx="621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166"/>
                </a:solidFill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7008" y="5577840"/>
            <a:ext cx="10515600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563270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ACTION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5024" y="5971031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Langkah konkret untuk kamu mulai hari 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164592"/>
            <a:ext cx="4873752" cy="475488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64592"/>
            <a:ext cx="4873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⚡  PERTANYAAN PEMBUKA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9167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Menurutmu, AI itu</a:t>
            </a:r>
          </a:p>
          <a:p>
            <a:pPr algn="ctr"/>
            <a:r>
              <a:rPr sz="4000" b="1" i="0">
                <a:solidFill>
                  <a:srgbClr val="FFFFFF"/>
                </a:solidFill>
              </a:rPr>
              <a:t>ANCAMAN atau PELUANG?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166"/>
                </a:solidFill>
              </a:rPr>
              <a:t>🗳️  Ketik jawabanmu di kolom chat sekarang!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611880" cy="1874519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🔴 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38144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ANCAMAN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AI akan mengambil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pekerjaan kita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80360"/>
            <a:ext cx="3593592" cy="1874519"/>
          </a:xfrm>
          <a:prstGeom prst="rect">
            <a:avLst/>
          </a:prstGeom>
          <a:solidFill>
            <a:srgbClr val="0A0A10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944368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166"/>
                </a:solidFill>
              </a:rPr>
              <a:t>⚡ 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38144"/>
            <a:ext cx="3410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KEDUANYA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Tergantung bagaimana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kita menyikapinya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880360"/>
            <a:ext cx="3611880" cy="1874519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9443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🔵 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438144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PELUANG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AI membuka lapangan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kerja &amp; kemajuan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💡  Tidak ada jawaban salah — semua perspektif valid!</a:t>
            </a:r>
          </a:p>
        </p:txBody>
      </p:sp>
      <p:pic>
        <p:nvPicPr>
          <p:cNvPr id="18" name="Picture 17" descr="chart_key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94960"/>
            <a:ext cx="11274552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228600" cy="67299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20040"/>
            <a:ext cx="3200400" cy="6217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320040"/>
            <a:ext cx="3200400" cy="502920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474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3946"/>
                </a:solidFill>
              </a:rPr>
              <a:t>YUVAL NOAH HARARI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28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3A0A10"/>
                </a:solidFill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822960"/>
            <a:ext cx="8046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bukan sekadar alat.</a:t>
            </a:r>
          </a:p>
          <a:p>
            <a:pPr algn="l"/>
            <a:r>
              <a:rPr sz="3200" b="1" i="0">
                <a:solidFill>
                  <a:srgbClr val="FFFFFF"/>
                </a:solidFill>
              </a:rPr>
              <a:t>IA adalah kekuatan yang bisa</a:t>
            </a:r>
          </a:p>
          <a:p>
            <a:pPr algn="l"/>
            <a:r>
              <a:rPr sz="3200" b="1" i="0">
                <a:solidFill>
                  <a:srgbClr val="FFFFFF"/>
                </a:solidFill>
              </a:rPr>
              <a:t>belajar, berubah, dan memanipulasi.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017520"/>
            <a:ext cx="5486400" cy="45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1546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63946"/>
                </a:solidFill>
              </a:rPr>
              <a:t>— Yuval Noah Harari</a:t>
            </a:r>
          </a:p>
          <a:p>
            <a:pPr algn="l"/>
            <a:r>
              <a:rPr sz="1500" b="0" i="1">
                <a:solidFill>
                  <a:srgbClr val="E63946"/>
                </a:solidFill>
              </a:rPr>
              <a:t>Sejarawan &amp; Penulis Nexus (2024)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4023360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114800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📚 Sapiens (2011) · Homo Deus (2015)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21 Lessons (2018) · Nexus (2024)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919472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5010912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🎓 Hebrew University Jerusalem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Cambridge — Existential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5815584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5907024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🌍 45 juta+ buku terjual, 65 bahasa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Pembicara Davos WEF 2018, 2020,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64008"/>
            <a:ext cx="228600" cy="67299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d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320040"/>
            <a:ext cx="3200400" cy="6217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68512" y="320040"/>
            <a:ext cx="3200400" cy="502920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8512" y="3474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ANDREW 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031A25"/>
                </a:solidFill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8046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adalah listrik baru.</a:t>
            </a:r>
          </a:p>
          <a:p>
            <a:pPr algn="l"/>
            <a:r>
              <a:rPr sz="3200" b="1" i="0">
                <a:solidFill>
                  <a:srgbClr val="FFFFFF"/>
                </a:solidFill>
              </a:rPr>
              <a:t>Seperti listrik mengubah segalanya,</a:t>
            </a:r>
          </a:p>
          <a:p>
            <a:pPr algn="l"/>
            <a:r>
              <a:rPr sz="3200" b="1" i="0">
                <a:solidFill>
                  <a:srgbClr val="FFFFFF"/>
                </a:solidFill>
              </a:rPr>
              <a:t>AI akan mengubah setiap industri.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— Andrew Ng</a:t>
            </a:r>
          </a:p>
          <a:p>
            <a:pPr algn="l"/>
            <a:r>
              <a:rPr sz="1500" b="0" i="1">
                <a:solidFill>
                  <a:srgbClr val="00B4D8"/>
                </a:solidFill>
              </a:rPr>
              <a:t>Pendiri DeepLearning.AI, Coursera, Landing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🏫 Stanford University · Google Brain Founder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Chief Scientist Baidu · Co-founder Coursera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19472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10912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🚀 DeepLearning.AI · Landing AI · AI Fund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Kira Learning (K-12 AI Education, 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15584"/>
            <a:ext cx="8092440" cy="804672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907024"/>
            <a:ext cx="7818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👨‍🎓 8 Juta+ siswa diajar · Time100 AI 2023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Board of Directors Amazon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228600" cy="67299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🔴  HARARI  —  AI dalam Dunia Pendidikan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2788920" cy="47548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946"/>
                </a:solidFill>
              </a:rPr>
              <a:t>⚠️  DAMPAK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Generasi pertama tumbuh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bersama AI — pola pikir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dibentuk algoritma.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777240"/>
            <a:ext cx="2788920" cy="47548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🧠  TANTANGAN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menulis esai lebih baik.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Tapi PROSES berpikir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yang hilang.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777240"/>
            <a:ext cx="2788920" cy="47548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🌍  KETIMPANGAN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Peluang ini tidak merata: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negara kaya makin maju,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yang lain tertinggal.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777240"/>
            <a:ext cx="2788920" cy="475488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📖  LITERASI BARU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Melek AI = bisa bedakan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narasi manusia vs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algoritma.</a:t>
            </a:r>
          </a:p>
        </p:txBody>
      </p:sp>
      <p:pic>
        <p:nvPicPr>
          <p:cNvPr id="22" name="Picture 21" descr="chart_edu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0"/>
            <a:ext cx="7132320" cy="2606040"/>
          </a:xfrm>
          <a:prstGeom prst="rect">
            <a:avLst/>
          </a:prstGeom>
        </p:spPr>
      </p:pic>
      <p:pic>
        <p:nvPicPr>
          <p:cNvPr id="23" name="Picture 22" descr="chart_edu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4434840" cy="2606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D166"/>
                </a:solidFill>
              </a:rPr>
              <a:t>💬  Pertanyaan: "Pernahkah kamu lebih nyaman bertanya ke AI daripada ke guru?"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228600" cy="67299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🔴  HARARI  —  AI dalam Dunia Kerja</a:t>
            </a:r>
          </a:p>
        </p:txBody>
      </p:sp>
      <p:pic>
        <p:nvPicPr>
          <p:cNvPr id="6" name="Picture 5" descr="chart_wef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5943600" cy="3291840"/>
          </a:xfrm>
          <a:prstGeom prst="rect">
            <a:avLst/>
          </a:prstGeom>
        </p:spPr>
      </p:pic>
      <p:pic>
        <p:nvPicPr>
          <p:cNvPr id="7" name="Picture 6" descr="chart_disruption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77240"/>
            <a:ext cx="5559552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427939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🔁  Perubahan KOGNITIF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4700016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477316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Bukan hanya fisik — AI gantikan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hukum, akuntansi, penulisan.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427939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⚖️  Tanggung Jawab SISTEM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7" y="4700016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477316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"Reskilling" bukan jawaban cukup.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Ini kegagalan sistem, bukan individu.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4279392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🏛️  Regulasi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5047" y="4700016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477316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Butuh tata kelola AI demokratis &amp;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jaminan sosial bagi yang terdampak.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64008"/>
            <a:ext cx="228600" cy="67299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🔵  ANDREW NG  —  AI dalam Dunia Pendidikan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2788920" cy="475488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🎓  DEMOKRATISASI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Setiap siswa punya tutor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pribadi 24/7 berkualitas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tinggi — gratis.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777240"/>
            <a:ext cx="2788920" cy="475488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🤖  AI AGENT GURU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Kira Learning (2025):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AI agents bantu guru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fokus ke relasi siswa.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777240"/>
            <a:ext cx="2788920" cy="475488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🔓  BARRIER TURUN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8M+ orang belajar AI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lewat Coursera &amp;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DeepLearning.AI.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777240"/>
            <a:ext cx="2788920" cy="3200400"/>
          </a:xfrm>
          <a:prstGeom prst="rect">
            <a:avLst/>
          </a:prstGeom>
          <a:solidFill>
            <a:srgbClr val="14141E"/>
          </a:solidFill>
          <a:ln w="19050">
            <a:solidFill>
              <a:srgbClr val="B5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777240"/>
            <a:ext cx="2788920" cy="475488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80467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5E3FF"/>
                </a:solidFill>
              </a:rPr>
              <a:t>📐  REDESIGN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335024"/>
            <a:ext cx="25786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Plagiarisme? Redesign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penilaian — uji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pemahaman nyata.</a:t>
            </a:r>
          </a:p>
        </p:txBody>
      </p:sp>
      <p:pic>
        <p:nvPicPr>
          <p:cNvPr id="22" name="Picture 21" descr="chart_edu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0"/>
            <a:ext cx="7132320" cy="2606040"/>
          </a:xfrm>
          <a:prstGeom prst="rect">
            <a:avLst/>
          </a:prstGeom>
        </p:spPr>
      </p:pic>
      <p:pic>
        <p:nvPicPr>
          <p:cNvPr id="23" name="Picture 22" descr="chart_edu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4434840" cy="2606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B4D8"/>
                </a:solidFill>
              </a:rPr>
              <a:t>💬  "AI memungkinkan satu guru menjangkau jutaan siswa." — Andrew Ng,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64008"/>
            <a:ext cx="228600" cy="67299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🔵  ANDREW NG  —  AI dalam Dunia Kerja</a:t>
            </a:r>
          </a:p>
        </p:txBody>
      </p:sp>
      <p:pic>
        <p:nvPicPr>
          <p:cNvPr id="6" name="Picture 5" descr="chart_mckinsey_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5943600" cy="3291840"/>
          </a:xfrm>
          <a:prstGeom prst="rect">
            <a:avLst/>
          </a:prstGeom>
        </p:spPr>
      </p:pic>
      <p:pic>
        <p:nvPicPr>
          <p:cNvPr id="7" name="Picture 6" descr="chart_wef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77240"/>
            <a:ext cx="5559552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427939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97 Juta</a:t>
            </a:r>
          </a:p>
          <a:p>
            <a:pPr algn="l"/>
            <a:r>
              <a:rPr sz="1600" b="1" i="0">
                <a:solidFill>
                  <a:srgbClr val="00B4D8"/>
                </a:solidFill>
              </a:rPr>
              <a:t>pekerjaan BARU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512064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5212080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WEF 2025: teknologi ciptakan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lebih banyak dari yang hilang.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427939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Superpower</a:t>
            </a:r>
          </a:p>
          <a:p>
            <a:pPr algn="l"/>
            <a:r>
              <a:rPr sz="1600" b="1" i="0">
                <a:solidFill>
                  <a:srgbClr val="06D6A0"/>
                </a:solidFill>
              </a:rPr>
              <a:t>Individu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7" y="512064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5212080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Satu orang + AI =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dampak setara satu tim besar.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4206240"/>
            <a:ext cx="3794760" cy="25146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427939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3 Kompetensi</a:t>
            </a:r>
          </a:p>
          <a:p>
            <a:pPr algn="l"/>
            <a:r>
              <a:rPr sz="1600" b="1" i="0">
                <a:solidFill>
                  <a:srgbClr val="FFD166"/>
                </a:solidFill>
              </a:rPr>
              <a:t>Kunci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5047" y="512064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5212080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① AI tools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② Berpikir sistematis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③ Soft 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566928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0"/>
            <a:ext cx="5943600" cy="566928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3946"/>
                </a:solidFill>
              </a:rPr>
              <a:t>🔴  HARARI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🔵  ANDREW 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17520"/>
            <a:ext cx="301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264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🎓  AI &amp; PENDIDIKAN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078992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078992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188719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Pola pikir anak dibentuk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algoritma tanpa disadari.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Bahaya tersembunyi.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188719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Tutor pribadi untuk semua.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Mempercepat pemahaman.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Belum pernah ada sebelumnya.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27631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Dampak
Siswa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2889504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2889504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999232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mengancam kemampuan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berpikir mandiri. Proses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belajar yang hilang.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999232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Redesign penilaian!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Uji pemahaman nyata,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bukan kemampuan hafalan.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38144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Berpikir
Kritis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4700016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4700016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809744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Peluang tidak merata.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Negara miskin makin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tertinggal oleh AI.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809744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Demokratisasi total!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Desa terpencil bisa akses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kualitas pendidikan terbaik.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248655"/>
            <a:ext cx="3502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Akses
Pendidikan</a:t>
            </a:r>
          </a:p>
        </p:txBody>
      </p:sp>
      <p:pic>
        <p:nvPicPr>
          <p:cNvPr id="26" name="Picture 25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28"/>
            <a:ext cx="1097280" cy="2011680"/>
          </a:xfrm>
          <a:prstGeom prst="rect">
            <a:avLst/>
          </a:prstGeom>
        </p:spPr>
      </p:pic>
      <p:pic>
        <p:nvPicPr>
          <p:cNvPr id="27" name="Picture 26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566928"/>
            <a:ext cx="10972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566928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0"/>
            <a:ext cx="5943600" cy="566928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3946"/>
                </a:solidFill>
              </a:rPr>
              <a:t>🔴  HARARI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91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🔵  ANDREW 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17520"/>
            <a:ext cx="301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264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💼  AI &amp; DUNIA KERJA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078992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078992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188719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92 juta pekerjaan terhapus.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Revolusi AI ciptakan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"Useless Class" baru.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188719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170 juta pekerjaan baru!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Sejarah terbukti: teknologi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selalu ciptakan lebih banyak.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536192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Nasib
Pekerjaan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2889504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2889504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999232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"Reskilling" = alibi korporasi.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Tanggung jawab bukan di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individu, tapi sistem.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999232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Mulai dari dirimu!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Jangan tunggu. 1 AI tool/hari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= karir masa depan.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346704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Siapa
Bertanggung
Jawab?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4700016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4700016"/>
            <a:ext cx="5650992" cy="1664208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809744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Regulasi global demokratis.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Tata kelola AI yang adil.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Jaminan sosial terdampak.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809744"/>
            <a:ext cx="53949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Pendidikan masif &amp; cepat.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AI for Everyone.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Semua bisa belajar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157216"/>
            <a:ext cx="3502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Solusi
Yang
Dibutuhkan</a:t>
            </a:r>
          </a:p>
        </p:txBody>
      </p:sp>
      <p:pic>
        <p:nvPicPr>
          <p:cNvPr id="26" name="Picture 25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28"/>
            <a:ext cx="1097280" cy="2011680"/>
          </a:xfrm>
          <a:prstGeom prst="rect">
            <a:avLst/>
          </a:prstGeom>
        </p:spPr>
      </p:pic>
      <p:pic>
        <p:nvPicPr>
          <p:cNvPr id="27" name="Picture 26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566928"/>
            <a:ext cx="10972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B5DE5"/>
                </a:solidFill>
              </a:rPr>
              <a:t>📊  PETA PERSPEKTIF  —  Harari vs Andrew Ng</a:t>
            </a:r>
          </a:p>
        </p:txBody>
      </p:sp>
      <p:pic>
        <p:nvPicPr>
          <p:cNvPr id="5" name="Picture 4" descr="char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73152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914400"/>
            <a:ext cx="4096512" cy="4937760"/>
          </a:xfrm>
          <a:prstGeom prst="rect">
            <a:avLst/>
          </a:prstGeom>
          <a:solidFill>
            <a:srgbClr val="14141E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005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DE5"/>
                </a:solidFill>
              </a:rPr>
              <a:t>Penjelasan Dimensi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444752"/>
            <a:ext cx="3657600" cy="36576"/>
          </a:xfrm>
          <a:prstGeom prst="rect">
            <a:avLst/>
          </a:prstGeom>
          <a:solidFill>
            <a:srgbClr val="2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572768"/>
            <a:ext cx="3200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5910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Optimisme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Seberapa positif melihat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286000"/>
            <a:ext cx="3200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304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Urgensi Regulasi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6334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Seberapa perlu aturan ketat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999232"/>
            <a:ext cx="320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Peluang Edukasi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3467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AI sebagai alat pendidikan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712463"/>
            <a:ext cx="3200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73075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Risiko Sosial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05993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Bahaya dampak sosial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425696"/>
            <a:ext cx="320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4439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Kesiapan Indiv.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773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Peran individu dalam adaptasi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138928"/>
            <a:ext cx="320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51572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Demokratisasi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5486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</a:rPr>
              <a:t>Aksesibilitas AI untuk semua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5998464"/>
            <a:ext cx="1645920" cy="365760"/>
          </a:xfrm>
          <a:prstGeom prst="rect">
            <a:avLst/>
          </a:prstGeom>
          <a:solidFill>
            <a:srgbClr val="E63946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= Harari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5998464"/>
            <a:ext cx="1645920" cy="365760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= Andrew 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164592"/>
            <a:ext cx="5239512" cy="475488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64592"/>
            <a:ext cx="5239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🗳️  POLL INTERAKTIF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745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Setelah melihat data &amp; perspektif,</a:t>
            </a:r>
          </a:p>
          <a:p>
            <a:pPr algn="ctr"/>
            <a:r>
              <a:rPr sz="3200" b="1" i="0">
                <a:solidFill>
                  <a:srgbClr val="FFFFFF"/>
                </a:solidFill>
              </a:rPr>
              <a:t>kamu lebih setuju dengan siapa?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166"/>
                </a:solidFill>
              </a:rPr>
              <a:t>🎯  Ketik di chat: HARARI / NG / KEDUANYA + alasan singkatmu!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51760"/>
            <a:ext cx="5285232" cy="3657600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88920"/>
            <a:ext cx="141732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29968" y="2788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3946"/>
                </a:solidFill>
              </a:rPr>
              <a:t>TEAM HARARI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33832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AI perlu diawasi ketat.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Manusia harus tetap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mengontrol narasi &amp; sistem.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4846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946"/>
                </a:solidFill>
              </a:rPr>
              <a:t>🔴  Ketik: HARARI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651760"/>
            <a:ext cx="5285232" cy="365760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88920"/>
            <a:ext cx="141732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0727" y="2788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TEAM ANDREW 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3832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AI adalah peluang besar.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Belajar &amp; adaptasi adalah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kunci — mulai sekarang!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4846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🔵  Ketik: 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880360"/>
            <a:ext cx="1399032" cy="329184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108960"/>
            <a:ext cx="1399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D166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931920"/>
            <a:ext cx="13990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KE-</a:t>
            </a:r>
          </a:p>
          <a:p>
            <a:pPr algn="ctr"/>
            <a:r>
              <a:rPr sz="1400" b="1" i="0">
                <a:solidFill>
                  <a:srgbClr val="FFD166"/>
                </a:solidFill>
              </a:rPr>
              <a:t>DUA-</a:t>
            </a:r>
          </a:p>
          <a:p>
            <a:pPr algn="ctr"/>
            <a:r>
              <a:rPr sz="1400" b="1" i="0">
                <a:solidFill>
                  <a:srgbClr val="FFD166"/>
                </a:solidFill>
              </a:rPr>
              <a:t>NYA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394960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A0"/>
                </a:solidFill>
              </a:rPr>
              <a:t>🤝  TITIK TEMU  —  Harari &amp; Andrew Ng Ternyata Sepakat!</a:t>
            </a:r>
          </a:p>
        </p:txBody>
      </p:sp>
      <p:pic>
        <p:nvPicPr>
          <p:cNvPr id="5" name="Picture 4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005840" cy="1828800"/>
          </a:xfrm>
          <a:prstGeom prst="rect">
            <a:avLst/>
          </a:prstGeom>
        </p:spPr>
      </p:pic>
      <p:pic>
        <p:nvPicPr>
          <p:cNvPr id="6" name="Picture 5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777240"/>
            <a:ext cx="1005840" cy="182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7320" y="822960"/>
            <a:ext cx="9354312" cy="1755648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960120"/>
            <a:ext cx="9052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Di balik perbedaan yang sangat tajam, Harari &amp; Ng memiliki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kesepakatan mendasar yang sering tidak disadari publik.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43200"/>
            <a:ext cx="113659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90779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D6A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16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Literasi AI adalah WAJIB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Semua orang harus memahami AI. Bukan pilihan, ini keharusan era digital.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38728"/>
            <a:ext cx="113659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03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D6A0"/>
                </a:solidFill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bisa disalahgunakan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5935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Tanpa etika &amp; regulasi kuat, AI menjadi alat manipulasi &amp; ketimpangan.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334256"/>
            <a:ext cx="113659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4988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D6A0"/>
                </a:solidFill>
              </a:rP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 skills makin VITAL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548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Kreativitas, empati, kepemimpinan — kompetensi yang tidak bisa diotomasi.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29783"/>
            <a:ext cx="113659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29437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D6A0"/>
                </a:solidFill>
              </a:rPr>
              <a:t>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02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Pendidikan harus BEREVOLUSI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5040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Sistem hafalan tanpa pemahaman kritis akan gagal total di era AI.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925312"/>
            <a:ext cx="11365992" cy="713232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08990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6D6A0"/>
                </a:solidFill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98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Manusia tetap harus MEMIMPIN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34593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AI adalah alat. Manusia yang menentukan tujuan, nilai &amp; arahnya.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166"/>
                </a:solidFill>
              </a:rPr>
              <a:t>🚀  ACTION PLAN  —  Mulai Dari Kamu Hari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77240"/>
            <a:ext cx="2788920" cy="475488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777240"/>
            <a:ext cx="2788920" cy="9601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822960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1673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HARI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2514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Coba satu AI tool: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ChatGPT, Gemini,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atau Perplexity.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2788920" cy="475488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777240"/>
            <a:ext cx="2788920" cy="9601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22960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D6A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1673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MINGGU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47088"/>
            <a:ext cx="2514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Daftar kursus AI gratis: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DeepLearning.AI /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Coursera / Google 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777240"/>
            <a:ext cx="2788920" cy="475488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777240"/>
            <a:ext cx="2788920" cy="9601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822960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31673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BULAN 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47088"/>
            <a:ext cx="2514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Identifikasi 3 tugas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rutinmu yang bisa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dibantu AI.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777240"/>
            <a:ext cx="2788920" cy="475488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777240"/>
            <a:ext cx="2788920" cy="9601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822960"/>
            <a:ext cx="2606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3946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31673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946"/>
                </a:solidFill>
              </a:rPr>
              <a:t>SELALU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47088"/>
            <a:ext cx="2514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Latih berpikir kritis: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"Siapa yang buat?</a:t>
            </a:r>
          </a:p>
          <a:p>
            <a:pPr algn="l"/>
            <a:r>
              <a:rPr sz="1350" b="0" i="0">
                <a:solidFill>
                  <a:srgbClr val="FFFFFF"/>
                </a:solidFill>
              </a:rPr>
              <a:t>Apa tujuannya?"</a:t>
            </a:r>
          </a:p>
        </p:txBody>
      </p:sp>
      <p:pic>
        <p:nvPicPr>
          <p:cNvPr id="25" name="Picture 24" descr="chart_key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596128"/>
            <a:ext cx="11548872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r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6032"/>
            <a:ext cx="2926080" cy="5303520"/>
          </a:xfrm>
          <a:prstGeom prst="rect">
            <a:avLst/>
          </a:prstGeom>
        </p:spPr>
      </p:pic>
      <p:pic>
        <p:nvPicPr>
          <p:cNvPr id="8" name="Picture 7" descr="andr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256032"/>
            <a:ext cx="2926080" cy="5303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91840" y="256032"/>
            <a:ext cx="2468880" cy="1920240"/>
          </a:xfrm>
          <a:prstGeom prst="rect">
            <a:avLst/>
          </a:prstGeom>
          <a:solidFill>
            <a:srgbClr val="1A050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36576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"Siapa yang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mengontrol AI,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mengontrol masa depan."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828800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63946"/>
                </a:solidFill>
              </a:rPr>
              <a:t>— Yuval Noah Harari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8232" y="256032"/>
            <a:ext cx="2468880" cy="192024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"/>
            <a:ext cx="224942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"Siapa yang belajar AI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akan memimpin</a:t>
            </a:r>
          </a:p>
          <a:p>
            <a:pPr algn="l"/>
            <a:r>
              <a:rPr sz="1300" b="1" i="0">
                <a:solidFill>
                  <a:srgbClr val="FFFFFF"/>
                </a:solidFill>
              </a:rPr>
              <a:t>masa depan."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2249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</a:rPr>
              <a:t>— Andrew 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PESAN UNTUK KAMU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017520"/>
            <a:ext cx="5788152" cy="45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Jangan hanya jadi penonton AI.</a:t>
            </a:r>
          </a:p>
          <a:p>
            <a:pPr algn="ctr"/>
            <a:r>
              <a:rPr sz="2000" b="1" i="0">
                <a:solidFill>
                  <a:srgbClr val="FFFFFF"/>
                </a:solidFill>
              </a:rPr>
              <a:t>Jadi pemain yang cerdas, kritis, dan terus belajar.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4343400"/>
            <a:ext cx="251460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4622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63946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Berpikir
Kritis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4343400"/>
            <a:ext cx="251460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4622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D1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Terus
Belajar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343400"/>
            <a:ext cx="2514600" cy="16002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46227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B4D8"/>
                </a:solidFill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166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Adaptasi
Aktif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166"/>
                </a:solidFill>
              </a:rPr>
              <a:t>"AI won't replace you — a person using AI will."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#WebinarNasionalAI  |  Battle of Minds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